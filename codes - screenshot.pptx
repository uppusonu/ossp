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D382E41-892E-4975-98C1-B5F5317B58C5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FA40-B548-ADC5-0123-37E3DCF1F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8B564-5B1A-5330-9B9E-0831661A6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64182-2AE7-B7E8-4027-029EC1C1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B0AF1-596B-637F-5CD6-BF3A87E5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B3980-6D61-EAF5-F706-42CAE4E5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458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E047-C603-4404-0E7A-BCDA4AA8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AE94D-4C19-BA34-6493-DDD487450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471C-7ACC-F4C1-446C-C99BF5FF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946BC-065E-B315-95C2-EF1FD3C4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19D2B-CB00-41D8-B6A9-E7831998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8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B0F6-A7D8-FD66-7F43-66C605EC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B796A-D0AA-908F-D8AD-C45E107E9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A9EB8-8E6B-5616-5C13-D2578179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CC06C-4890-45F4-E3E8-DCAB4AF52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FB7CE-41AD-1070-06DE-F570DF32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09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879E-6375-A8D9-9DAF-C490110B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E9822-45A5-02AD-C141-B4B652539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D6CF6-C4E2-E278-D937-DF6FF12A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AFFBB-1CF6-A396-5B71-7D1F84FA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F5CDA-9E92-4DCC-A631-E95E11791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7828D-F9BB-5A5F-EF38-FC5C0C17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9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A6A0-F9BA-D5CA-B279-E1DE5C8BD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451D5-3DFD-95FD-245A-0AB48790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6E968-4C8A-D60E-C3DA-8DF08C47D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7F227-6DA4-2347-A22E-77097008C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5F1286-1DA8-30E3-9244-AFC33104D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0DE88-11CB-9858-EB55-5613D570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410875-B4EB-4665-8DFF-0C6BDAE7A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5EA0A9-5012-4B8A-5FA1-BDB1B1FE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924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F8B77-DA86-39BA-4C08-D48FDB4D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920BC-9BF1-75A1-37AA-07A3D1C1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F9443-CAB2-96BB-C653-8468C18B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02792-398F-C349-5934-D1B31798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9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02E5D-7D2D-71C6-1070-952FD631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3743AC-D129-84A8-342B-9B596EA3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954A-1F23-B785-6C87-57A965ED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79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3E6B-1BAD-B409-9500-57F6F96AF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C1390-9530-A158-A158-BB2A0FD3E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9B9DA-BE53-51D6-F6B9-7E0F73639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E9C9B-E4AE-03DF-C9DA-7DE06C9E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30FE0-3954-E39F-D44D-EE0D2EECA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5A675-7F6B-20A1-6E3A-74ED1B7A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93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795D2-9031-A2DA-0C6C-AD44FBDE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F04C0-AE3E-11B2-3506-3768758E49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382E5-92DA-CE78-A8CE-6F19AAE30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DB52D-785A-1713-43A8-899117FCB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41C8D-1C43-7F47-0C97-86D2461E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4A641-0521-5E09-8AE6-552464FE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99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2A5F-7C9F-5F0B-EB9C-00DF7498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B379F-E2EA-BB13-9941-5644016A5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9FB81-3615-A223-949E-CFD37230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B6CA-019C-756D-EF2D-3C8608D4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02FC2-B3DE-4A5B-A609-E871292A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99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EFBC9-DA3C-507A-8C71-F8108BB99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C01FC-326C-1D35-CCBD-F062AF639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065AE-ABE9-8F4E-7F3F-D13B2F60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2B6AB-9FEA-8BAE-1B3C-7D682D56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239F3-398A-37EE-E584-A0377DC8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8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5B6B0-010A-5E05-3466-91362BB9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D89C9-7EE9-D51C-F990-8206805B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8B473-A064-94F0-AF81-836580540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6FBF6-9B1D-4000-A6DC-8933D9CAE66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4142C-58D0-C7FA-6DBE-EA5D61BF2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FBAB-2708-49EF-D7C9-DD4AB53C4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81829-77F8-47F2-B798-35448C573C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44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99FE-FE8C-FFCF-1A81-948830780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668000" cy="6858000"/>
          </a:xfrm>
        </p:spPr>
        <p:txBody>
          <a:bodyPr>
            <a:normAutofit/>
          </a:bodyPr>
          <a:lstStyle/>
          <a:p>
            <a:endParaRPr lang="en-IN" sz="1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0DA0F-1F9F-7F9D-FB22-5C8AA50FD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2" y="128016"/>
            <a:ext cx="10457688" cy="5129784"/>
          </a:xfrm>
        </p:spPr>
        <p:txBody>
          <a:bodyPr/>
          <a:lstStyle/>
          <a:p>
            <a:r>
              <a:rPr lang="en-IN" dirty="0"/>
              <a:t>NAME:- </a:t>
            </a:r>
            <a:r>
              <a:rPr lang="en-IN" dirty="0" err="1"/>
              <a:t>U.Praneeth</a:t>
            </a:r>
            <a:endParaRPr lang="en-IN" dirty="0"/>
          </a:p>
          <a:p>
            <a:r>
              <a:rPr lang="en-IN" dirty="0"/>
              <a:t>ROLL NO:-2520030188</a:t>
            </a:r>
          </a:p>
          <a:p>
            <a:r>
              <a:rPr lang="en-IN" u="sng" dirty="0"/>
              <a:t>EXP 1:-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FAB99-39B8-B3B8-0128-96DC09968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76" y="1487315"/>
            <a:ext cx="5357026" cy="3062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C0D739-0D49-2B16-D7F0-4017E3510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06" y="5257801"/>
            <a:ext cx="8254660" cy="115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3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FA5F-2184-EF1D-40E2-DB3FBDD8C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EXP – 2</a:t>
            </a:r>
            <a:r>
              <a:rPr lang="en-IN" dirty="0"/>
              <a:t>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AB33F0-A01B-8B85-2A80-733479FBF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805" y="365125"/>
            <a:ext cx="4168501" cy="2385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E0A043-1106-2841-27F1-7966CF0F6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187" y="3457750"/>
            <a:ext cx="5382541" cy="23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1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A520-D07B-4261-59E3-235544D4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EXP -3</a:t>
            </a:r>
            <a:r>
              <a:rPr lang="en-IN" dirty="0"/>
              <a:t>:-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58D0F2-7400-4E5B-1345-6F761A909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193" y="76734"/>
            <a:ext cx="5998464" cy="2977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61E64A-737A-4BDB-C47B-BA925F285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25" y="3916494"/>
            <a:ext cx="7114771" cy="171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5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AC02-40D8-3065-0AA0-B624800E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EXP – 4(a):-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0BBCBC-B19F-F04E-922E-F172BFFBE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132" y="120925"/>
            <a:ext cx="5123059" cy="2707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D2768E-2539-0E39-372D-A80D52F3A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379" y="3421379"/>
            <a:ext cx="15241" cy="152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2A575E-0567-5BC6-EACD-75B825BDAA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761" y="3660086"/>
            <a:ext cx="5808927" cy="241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9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D063-AA00-1009-67BE-E84BD05E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Exp:-4(B):-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F966A3-66C4-E347-AF15-506BA2ECD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920" y="706087"/>
            <a:ext cx="4312424" cy="2549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4CC366-CB1E-195D-B306-7BDD6B9A7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69" y="4037002"/>
            <a:ext cx="3863675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40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F4F5-E26B-494B-E1FA-B45E61155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EXP-5:-</a:t>
            </a:r>
            <a:endParaRPr lang="en-IN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F089C4-7E73-00A9-DD19-C050F722A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059" y="365125"/>
            <a:ext cx="3939881" cy="3238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7AE6A4-B53C-B814-9359-486DBBF09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452" y="4505665"/>
            <a:ext cx="4016088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27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B85A-BB1F-D63E-28E3-0B7C7866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EXP-6:-</a:t>
            </a:r>
            <a:endParaRPr lang="en-IN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DB35EC-6169-F18F-E266-36A0FA44A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750" y="211047"/>
            <a:ext cx="5129172" cy="2687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C40618-DDBD-0CE5-D5F2-DE2926547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500" y="3429000"/>
            <a:ext cx="5129172" cy="248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1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310A-4417-3E9C-B093-A87984BD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EXP-7:-</a:t>
            </a:r>
            <a:endParaRPr lang="en-IN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43E3BD-E712-0D1C-E7BB-CAA28DCF9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836" y="419989"/>
            <a:ext cx="4694327" cy="3863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A0B9D5-18BA-1694-B69D-A066F5F94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296" y="4541462"/>
            <a:ext cx="3665538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9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EXP – 2:-</vt:lpstr>
      <vt:lpstr>EXP -3:- </vt:lpstr>
      <vt:lpstr>EXP – 4(a):-  </vt:lpstr>
      <vt:lpstr>Exp:-4(B):-</vt:lpstr>
      <vt:lpstr>EXP-5:-</vt:lpstr>
      <vt:lpstr>EXP-6:-</vt:lpstr>
      <vt:lpstr>EXP-7:-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uppu sonu</dc:creator>
  <cp:lastModifiedBy>uppu sonu</cp:lastModifiedBy>
  <cp:revision>3</cp:revision>
  <dcterms:created xsi:type="dcterms:W3CDTF">2026-07-30T09:31:21Z</dcterms:created>
  <dcterms:modified xsi:type="dcterms:W3CDTF">2026-08-01T09:39:56Z</dcterms:modified>
</cp:coreProperties>
</file>